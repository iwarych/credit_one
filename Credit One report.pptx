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9" r:id="rId1"/>
  </p:sldMasterIdLst>
  <p:sldIdLst>
    <p:sldId id="256" r:id="rId2"/>
    <p:sldId id="258" r:id="rId3"/>
    <p:sldId id="257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25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BA5803-E031-448B-9A48-757C16A37745}" type="doc">
      <dgm:prSet loTypeId="urn:microsoft.com/office/officeart/2005/8/layout/chevron1" loCatId="process" qsTypeId="urn:microsoft.com/office/officeart/2005/8/quickstyle/simple2" qsCatId="simple" csTypeId="urn:microsoft.com/office/officeart/2005/8/colors/accent1_2" csCatId="accent1" phldr="1"/>
      <dgm:spPr/>
    </dgm:pt>
    <dgm:pt modelId="{4211D329-8333-48AD-8548-6A3FD6F5228B}">
      <dgm:prSet phldrT="[Text]" custT="1"/>
      <dgm:spPr/>
      <dgm:t>
        <a:bodyPr/>
        <a:lstStyle/>
        <a:p>
          <a:r>
            <a:rPr lang="en-US" sz="1400" b="0" dirty="0"/>
            <a:t>Data cleanup*</a:t>
          </a:r>
        </a:p>
      </dgm:t>
    </dgm:pt>
    <dgm:pt modelId="{D881698B-F738-4A5C-928D-5E164C9EB7EF}" type="parTrans" cxnId="{4DBC8DD9-8076-4988-BDA3-A3B7A669750A}">
      <dgm:prSet/>
      <dgm:spPr/>
      <dgm:t>
        <a:bodyPr/>
        <a:lstStyle/>
        <a:p>
          <a:endParaRPr lang="en-US" sz="1400" b="0"/>
        </a:p>
      </dgm:t>
    </dgm:pt>
    <dgm:pt modelId="{AC7C6B13-FAB8-4017-BEE5-124019130EEF}" type="sibTrans" cxnId="{4DBC8DD9-8076-4988-BDA3-A3B7A669750A}">
      <dgm:prSet custT="1"/>
      <dgm:spPr/>
      <dgm:t>
        <a:bodyPr/>
        <a:lstStyle/>
        <a:p>
          <a:endParaRPr lang="en-US" sz="1400" b="0"/>
        </a:p>
      </dgm:t>
    </dgm:pt>
    <dgm:pt modelId="{D1116A37-681D-46ED-A5DC-3A5E8CC8B148}">
      <dgm:prSet phldrT="[Text]" custT="1"/>
      <dgm:spPr/>
      <dgm:t>
        <a:bodyPr/>
        <a:lstStyle/>
        <a:p>
          <a:r>
            <a:rPr lang="en-US" sz="1400" b="0" dirty="0"/>
            <a:t>Exploratory Data Analysis</a:t>
          </a:r>
        </a:p>
      </dgm:t>
    </dgm:pt>
    <dgm:pt modelId="{41C15B2E-4A90-4D3E-8624-F956B592193A}" type="parTrans" cxnId="{7E972B7B-B82B-452A-9421-3D1506B53E94}">
      <dgm:prSet/>
      <dgm:spPr/>
      <dgm:t>
        <a:bodyPr/>
        <a:lstStyle/>
        <a:p>
          <a:endParaRPr lang="en-US" sz="1400" b="0"/>
        </a:p>
      </dgm:t>
    </dgm:pt>
    <dgm:pt modelId="{CF4A561D-BF2D-44AA-AD96-F0EDD606E0D0}" type="sibTrans" cxnId="{7E972B7B-B82B-452A-9421-3D1506B53E94}">
      <dgm:prSet custT="1"/>
      <dgm:spPr/>
      <dgm:t>
        <a:bodyPr/>
        <a:lstStyle/>
        <a:p>
          <a:endParaRPr lang="en-US" sz="1400" b="0"/>
        </a:p>
      </dgm:t>
    </dgm:pt>
    <dgm:pt modelId="{4772F184-20BC-4F39-9041-DEA74C212D6C}">
      <dgm:prSet phldrT="[Text]" custT="1"/>
      <dgm:spPr/>
      <dgm:t>
        <a:bodyPr/>
        <a:lstStyle/>
        <a:p>
          <a:r>
            <a:rPr lang="en-US" sz="1400" b="0" dirty="0"/>
            <a:t>Build and test classification models</a:t>
          </a:r>
        </a:p>
      </dgm:t>
    </dgm:pt>
    <dgm:pt modelId="{0643914C-5FA4-47AE-B907-12E483A5C2B7}" type="parTrans" cxnId="{21F6E49F-8336-4A2A-BA18-B687B99BA1A8}">
      <dgm:prSet/>
      <dgm:spPr/>
      <dgm:t>
        <a:bodyPr/>
        <a:lstStyle/>
        <a:p>
          <a:endParaRPr lang="en-US" sz="1400" b="0"/>
        </a:p>
      </dgm:t>
    </dgm:pt>
    <dgm:pt modelId="{8D55D230-CB13-4A4E-89E4-A29ADDF586ED}" type="sibTrans" cxnId="{21F6E49F-8336-4A2A-BA18-B687B99BA1A8}">
      <dgm:prSet custT="1"/>
      <dgm:spPr/>
      <dgm:t>
        <a:bodyPr/>
        <a:lstStyle/>
        <a:p>
          <a:endParaRPr lang="en-US" sz="1400" b="0"/>
        </a:p>
      </dgm:t>
    </dgm:pt>
    <dgm:pt modelId="{76461F43-B141-4664-B1A6-1AB8640691AA}">
      <dgm:prSet phldrT="[Text]" custT="1"/>
      <dgm:spPr/>
      <dgm:t>
        <a:bodyPr/>
        <a:lstStyle/>
        <a:p>
          <a:r>
            <a:rPr lang="en-US" sz="1400" b="0" dirty="0"/>
            <a:t>Data download</a:t>
          </a:r>
        </a:p>
      </dgm:t>
    </dgm:pt>
    <dgm:pt modelId="{D478DFC8-9CEC-453D-8C9A-73BF66D33A8E}" type="parTrans" cxnId="{AC1DF5FF-B216-4452-A346-B4E1ADE676CC}">
      <dgm:prSet/>
      <dgm:spPr/>
      <dgm:t>
        <a:bodyPr/>
        <a:lstStyle/>
        <a:p>
          <a:endParaRPr lang="en-US" sz="1400" b="0"/>
        </a:p>
      </dgm:t>
    </dgm:pt>
    <dgm:pt modelId="{A3C6E3BB-3767-4935-AF03-CCE5BB86C4BD}" type="sibTrans" cxnId="{AC1DF5FF-B216-4452-A346-B4E1ADE676CC}">
      <dgm:prSet custT="1"/>
      <dgm:spPr/>
      <dgm:t>
        <a:bodyPr/>
        <a:lstStyle/>
        <a:p>
          <a:endParaRPr lang="en-US" sz="1400" b="0"/>
        </a:p>
      </dgm:t>
    </dgm:pt>
    <dgm:pt modelId="{8FB3040B-1401-40B1-AF4C-95EDD3553171}">
      <dgm:prSet phldrT="[Text]" custT="1"/>
      <dgm:spPr/>
      <dgm:t>
        <a:bodyPr/>
        <a:lstStyle/>
        <a:p>
          <a:r>
            <a:rPr lang="en-US" sz="1400" b="0" dirty="0"/>
            <a:t>Data visualizations</a:t>
          </a:r>
        </a:p>
      </dgm:t>
    </dgm:pt>
    <dgm:pt modelId="{557DFF15-793A-4D93-A899-EDF78160CFDC}" type="parTrans" cxnId="{4A2A51BB-08B2-49BB-90A7-52FCDF2AE1E2}">
      <dgm:prSet/>
      <dgm:spPr/>
      <dgm:t>
        <a:bodyPr/>
        <a:lstStyle/>
        <a:p>
          <a:endParaRPr lang="en-US" sz="1400" b="0"/>
        </a:p>
      </dgm:t>
    </dgm:pt>
    <dgm:pt modelId="{7B2FC9BE-3B46-4F8D-B470-EC4938C58AC9}" type="sibTrans" cxnId="{4A2A51BB-08B2-49BB-90A7-52FCDF2AE1E2}">
      <dgm:prSet custT="1"/>
      <dgm:spPr/>
      <dgm:t>
        <a:bodyPr/>
        <a:lstStyle/>
        <a:p>
          <a:endParaRPr lang="en-US" sz="1400" b="0"/>
        </a:p>
      </dgm:t>
    </dgm:pt>
    <dgm:pt modelId="{09B75DEF-5031-4B8C-B67F-6A9DD67E03B7}">
      <dgm:prSet phldrT="[Text]" custT="1"/>
      <dgm:spPr/>
      <dgm:t>
        <a:bodyPr/>
        <a:lstStyle/>
        <a:p>
          <a:r>
            <a:rPr lang="en-US" sz="1400" b="0" dirty="0"/>
            <a:t>Report to present data findings</a:t>
          </a:r>
        </a:p>
      </dgm:t>
    </dgm:pt>
    <dgm:pt modelId="{8B856DF2-8C7D-44FB-AA01-963E511785BA}" type="parTrans" cxnId="{0E601EBF-3E14-4C00-91BE-0FC18678BD59}">
      <dgm:prSet/>
      <dgm:spPr/>
      <dgm:t>
        <a:bodyPr/>
        <a:lstStyle/>
        <a:p>
          <a:endParaRPr lang="en-US" sz="1400" b="0"/>
        </a:p>
      </dgm:t>
    </dgm:pt>
    <dgm:pt modelId="{2D654452-B6B0-4CAB-94CB-71F8264E3476}" type="sibTrans" cxnId="{0E601EBF-3E14-4C00-91BE-0FC18678BD59}">
      <dgm:prSet custT="1"/>
      <dgm:spPr/>
      <dgm:t>
        <a:bodyPr/>
        <a:lstStyle/>
        <a:p>
          <a:endParaRPr lang="en-US" sz="1400" b="0"/>
        </a:p>
      </dgm:t>
    </dgm:pt>
    <dgm:pt modelId="{2512EF97-5B91-4704-B009-B9EC5554B1C1}">
      <dgm:prSet phldrT="[Text]" custT="1"/>
      <dgm:spPr/>
      <dgm:t>
        <a:bodyPr/>
        <a:lstStyle/>
        <a:p>
          <a:r>
            <a:rPr lang="en-US" sz="1400" b="0" dirty="0"/>
            <a:t>Recommendations</a:t>
          </a:r>
        </a:p>
      </dgm:t>
    </dgm:pt>
    <dgm:pt modelId="{3F4210B8-E7BF-4DBF-BA45-9C22873BF8FD}" type="parTrans" cxnId="{02774215-0297-4D3D-A10A-71C92F4E09E3}">
      <dgm:prSet/>
      <dgm:spPr/>
      <dgm:t>
        <a:bodyPr/>
        <a:lstStyle/>
        <a:p>
          <a:endParaRPr lang="en-US" sz="1400" b="0"/>
        </a:p>
      </dgm:t>
    </dgm:pt>
    <dgm:pt modelId="{5DF1145B-64D4-48B5-B7AF-F56081C7072D}" type="sibTrans" cxnId="{02774215-0297-4D3D-A10A-71C92F4E09E3}">
      <dgm:prSet/>
      <dgm:spPr/>
      <dgm:t>
        <a:bodyPr/>
        <a:lstStyle/>
        <a:p>
          <a:endParaRPr lang="en-US" sz="1400" b="0"/>
        </a:p>
      </dgm:t>
    </dgm:pt>
    <dgm:pt modelId="{D9146102-9B0B-4CE5-8016-A16CF14BBE70}" type="pres">
      <dgm:prSet presAssocID="{B6BA5803-E031-448B-9A48-757C16A37745}" presName="Name0" presStyleCnt="0">
        <dgm:presLayoutVars>
          <dgm:dir/>
          <dgm:animLvl val="lvl"/>
          <dgm:resizeHandles val="exact"/>
        </dgm:presLayoutVars>
      </dgm:prSet>
      <dgm:spPr/>
    </dgm:pt>
    <dgm:pt modelId="{08BA639C-3942-48A9-8D37-235C01EAE3DD}" type="pres">
      <dgm:prSet presAssocID="{76461F43-B141-4664-B1A6-1AB8640691AA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F2908B34-AC23-4BFA-AECE-EBC93AFC4E40}" type="pres">
      <dgm:prSet presAssocID="{A3C6E3BB-3767-4935-AF03-CCE5BB86C4BD}" presName="parTxOnlySpace" presStyleCnt="0"/>
      <dgm:spPr/>
    </dgm:pt>
    <dgm:pt modelId="{0E582A5F-EC50-49E0-B315-4CB550BA2BFA}" type="pres">
      <dgm:prSet presAssocID="{4211D329-8333-48AD-8548-6A3FD6F5228B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4E787A0F-6A18-44A4-833E-1ACC51CF61C5}" type="pres">
      <dgm:prSet presAssocID="{AC7C6B13-FAB8-4017-BEE5-124019130EEF}" presName="parTxOnlySpace" presStyleCnt="0"/>
      <dgm:spPr/>
    </dgm:pt>
    <dgm:pt modelId="{3C545BB5-B577-41A4-98EA-D927966378DC}" type="pres">
      <dgm:prSet presAssocID="{D1116A37-681D-46ED-A5DC-3A5E8CC8B148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37F9E529-1288-4041-A838-19B966DC82FB}" type="pres">
      <dgm:prSet presAssocID="{CF4A561D-BF2D-44AA-AD96-F0EDD606E0D0}" presName="parTxOnlySpace" presStyleCnt="0"/>
      <dgm:spPr/>
    </dgm:pt>
    <dgm:pt modelId="{15F203C4-DA6C-4E2D-9E27-4EC079F7A86C}" type="pres">
      <dgm:prSet presAssocID="{8FB3040B-1401-40B1-AF4C-95EDD3553171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E934A819-A0DB-40E5-A9C2-A3548AC8B522}" type="pres">
      <dgm:prSet presAssocID="{7B2FC9BE-3B46-4F8D-B470-EC4938C58AC9}" presName="parTxOnlySpace" presStyleCnt="0"/>
      <dgm:spPr/>
    </dgm:pt>
    <dgm:pt modelId="{4B6A7BEE-D2E9-47AF-B344-35A79776DD32}" type="pres">
      <dgm:prSet presAssocID="{09B75DEF-5031-4B8C-B67F-6A9DD67E03B7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123D9A5C-6789-4B27-95B5-CE1C83F1EB28}" type="pres">
      <dgm:prSet presAssocID="{2D654452-B6B0-4CAB-94CB-71F8264E3476}" presName="parTxOnlySpace" presStyleCnt="0"/>
      <dgm:spPr/>
    </dgm:pt>
    <dgm:pt modelId="{093B3B5B-F093-4122-9BC1-89F6DB1C7498}" type="pres">
      <dgm:prSet presAssocID="{4772F184-20BC-4F39-9041-DEA74C212D6C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1FAED692-A089-44A4-B833-FFB59A40B02D}" type="pres">
      <dgm:prSet presAssocID="{8D55D230-CB13-4A4E-89E4-A29ADDF586ED}" presName="parTxOnlySpace" presStyleCnt="0"/>
      <dgm:spPr/>
    </dgm:pt>
    <dgm:pt modelId="{977C4999-6FD1-4E19-B3E2-F4D7AC7EE112}" type="pres">
      <dgm:prSet presAssocID="{2512EF97-5B91-4704-B009-B9EC5554B1C1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02774215-0297-4D3D-A10A-71C92F4E09E3}" srcId="{B6BA5803-E031-448B-9A48-757C16A37745}" destId="{2512EF97-5B91-4704-B009-B9EC5554B1C1}" srcOrd="6" destOrd="0" parTransId="{3F4210B8-E7BF-4DBF-BA45-9C22873BF8FD}" sibTransId="{5DF1145B-64D4-48B5-B7AF-F56081C7072D}"/>
    <dgm:cxn modelId="{41F2A62F-32C2-4948-8CC7-BFD9D57A9D27}" type="presOf" srcId="{4772F184-20BC-4F39-9041-DEA74C212D6C}" destId="{093B3B5B-F093-4122-9BC1-89F6DB1C7498}" srcOrd="0" destOrd="0" presId="urn:microsoft.com/office/officeart/2005/8/layout/chevron1"/>
    <dgm:cxn modelId="{88802841-EB05-48EB-9851-58DAC1F07CE5}" type="presOf" srcId="{8FB3040B-1401-40B1-AF4C-95EDD3553171}" destId="{15F203C4-DA6C-4E2D-9E27-4EC079F7A86C}" srcOrd="0" destOrd="0" presId="urn:microsoft.com/office/officeart/2005/8/layout/chevron1"/>
    <dgm:cxn modelId="{24276767-6407-4C55-ACA2-1F2703C22255}" type="presOf" srcId="{09B75DEF-5031-4B8C-B67F-6A9DD67E03B7}" destId="{4B6A7BEE-D2E9-47AF-B344-35A79776DD32}" srcOrd="0" destOrd="0" presId="urn:microsoft.com/office/officeart/2005/8/layout/chevron1"/>
    <dgm:cxn modelId="{A1222B6F-A016-4EE2-85F1-2FE1A447AFBA}" type="presOf" srcId="{B6BA5803-E031-448B-9A48-757C16A37745}" destId="{D9146102-9B0B-4CE5-8016-A16CF14BBE70}" srcOrd="0" destOrd="0" presId="urn:microsoft.com/office/officeart/2005/8/layout/chevron1"/>
    <dgm:cxn modelId="{12657356-1F8F-48EE-BDCB-2F44D4D78081}" type="presOf" srcId="{76461F43-B141-4664-B1A6-1AB8640691AA}" destId="{08BA639C-3942-48A9-8D37-235C01EAE3DD}" srcOrd="0" destOrd="0" presId="urn:microsoft.com/office/officeart/2005/8/layout/chevron1"/>
    <dgm:cxn modelId="{64F8DA5A-CC4D-4099-B9FD-36692B88C3EB}" type="presOf" srcId="{D1116A37-681D-46ED-A5DC-3A5E8CC8B148}" destId="{3C545BB5-B577-41A4-98EA-D927966378DC}" srcOrd="0" destOrd="0" presId="urn:microsoft.com/office/officeart/2005/8/layout/chevron1"/>
    <dgm:cxn modelId="{7E972B7B-B82B-452A-9421-3D1506B53E94}" srcId="{B6BA5803-E031-448B-9A48-757C16A37745}" destId="{D1116A37-681D-46ED-A5DC-3A5E8CC8B148}" srcOrd="2" destOrd="0" parTransId="{41C15B2E-4A90-4D3E-8624-F956B592193A}" sibTransId="{CF4A561D-BF2D-44AA-AD96-F0EDD606E0D0}"/>
    <dgm:cxn modelId="{21F6E49F-8336-4A2A-BA18-B687B99BA1A8}" srcId="{B6BA5803-E031-448B-9A48-757C16A37745}" destId="{4772F184-20BC-4F39-9041-DEA74C212D6C}" srcOrd="5" destOrd="0" parTransId="{0643914C-5FA4-47AE-B907-12E483A5C2B7}" sibTransId="{8D55D230-CB13-4A4E-89E4-A29ADDF586ED}"/>
    <dgm:cxn modelId="{6AF70EA4-3ABA-4BE2-99C2-AF2DF5036F5B}" type="presOf" srcId="{2512EF97-5B91-4704-B009-B9EC5554B1C1}" destId="{977C4999-6FD1-4E19-B3E2-F4D7AC7EE112}" srcOrd="0" destOrd="0" presId="urn:microsoft.com/office/officeart/2005/8/layout/chevron1"/>
    <dgm:cxn modelId="{53B398B9-89E7-4C09-8535-746479103556}" type="presOf" srcId="{4211D329-8333-48AD-8548-6A3FD6F5228B}" destId="{0E582A5F-EC50-49E0-B315-4CB550BA2BFA}" srcOrd="0" destOrd="0" presId="urn:microsoft.com/office/officeart/2005/8/layout/chevron1"/>
    <dgm:cxn modelId="{4A2A51BB-08B2-49BB-90A7-52FCDF2AE1E2}" srcId="{B6BA5803-E031-448B-9A48-757C16A37745}" destId="{8FB3040B-1401-40B1-AF4C-95EDD3553171}" srcOrd="3" destOrd="0" parTransId="{557DFF15-793A-4D93-A899-EDF78160CFDC}" sibTransId="{7B2FC9BE-3B46-4F8D-B470-EC4938C58AC9}"/>
    <dgm:cxn modelId="{0E601EBF-3E14-4C00-91BE-0FC18678BD59}" srcId="{B6BA5803-E031-448B-9A48-757C16A37745}" destId="{09B75DEF-5031-4B8C-B67F-6A9DD67E03B7}" srcOrd="4" destOrd="0" parTransId="{8B856DF2-8C7D-44FB-AA01-963E511785BA}" sibTransId="{2D654452-B6B0-4CAB-94CB-71F8264E3476}"/>
    <dgm:cxn modelId="{4DBC8DD9-8076-4988-BDA3-A3B7A669750A}" srcId="{B6BA5803-E031-448B-9A48-757C16A37745}" destId="{4211D329-8333-48AD-8548-6A3FD6F5228B}" srcOrd="1" destOrd="0" parTransId="{D881698B-F738-4A5C-928D-5E164C9EB7EF}" sibTransId="{AC7C6B13-FAB8-4017-BEE5-124019130EEF}"/>
    <dgm:cxn modelId="{AC1DF5FF-B216-4452-A346-B4E1ADE676CC}" srcId="{B6BA5803-E031-448B-9A48-757C16A37745}" destId="{76461F43-B141-4664-B1A6-1AB8640691AA}" srcOrd="0" destOrd="0" parTransId="{D478DFC8-9CEC-453D-8C9A-73BF66D33A8E}" sibTransId="{A3C6E3BB-3767-4935-AF03-CCE5BB86C4BD}"/>
    <dgm:cxn modelId="{41CF85EE-BA55-4BDC-9C9C-6B8927A4C9DA}" type="presParOf" srcId="{D9146102-9B0B-4CE5-8016-A16CF14BBE70}" destId="{08BA639C-3942-48A9-8D37-235C01EAE3DD}" srcOrd="0" destOrd="0" presId="urn:microsoft.com/office/officeart/2005/8/layout/chevron1"/>
    <dgm:cxn modelId="{86EFF7F9-EEE3-47C2-9C91-A40EACBB5C36}" type="presParOf" srcId="{D9146102-9B0B-4CE5-8016-A16CF14BBE70}" destId="{F2908B34-AC23-4BFA-AECE-EBC93AFC4E40}" srcOrd="1" destOrd="0" presId="urn:microsoft.com/office/officeart/2005/8/layout/chevron1"/>
    <dgm:cxn modelId="{BF9B8762-0B18-48F1-890B-482F538034CE}" type="presParOf" srcId="{D9146102-9B0B-4CE5-8016-A16CF14BBE70}" destId="{0E582A5F-EC50-49E0-B315-4CB550BA2BFA}" srcOrd="2" destOrd="0" presId="urn:microsoft.com/office/officeart/2005/8/layout/chevron1"/>
    <dgm:cxn modelId="{DA8049A7-9DEA-470A-BBC0-8BAF5006875E}" type="presParOf" srcId="{D9146102-9B0B-4CE5-8016-A16CF14BBE70}" destId="{4E787A0F-6A18-44A4-833E-1ACC51CF61C5}" srcOrd="3" destOrd="0" presId="urn:microsoft.com/office/officeart/2005/8/layout/chevron1"/>
    <dgm:cxn modelId="{2D712468-6AAE-4D0A-8B19-06ED81E3F952}" type="presParOf" srcId="{D9146102-9B0B-4CE5-8016-A16CF14BBE70}" destId="{3C545BB5-B577-41A4-98EA-D927966378DC}" srcOrd="4" destOrd="0" presId="urn:microsoft.com/office/officeart/2005/8/layout/chevron1"/>
    <dgm:cxn modelId="{DA820740-D233-46BC-8038-6570A89F6908}" type="presParOf" srcId="{D9146102-9B0B-4CE5-8016-A16CF14BBE70}" destId="{37F9E529-1288-4041-A838-19B966DC82FB}" srcOrd="5" destOrd="0" presId="urn:microsoft.com/office/officeart/2005/8/layout/chevron1"/>
    <dgm:cxn modelId="{77036583-6AE8-44FD-8B06-8CE693426703}" type="presParOf" srcId="{D9146102-9B0B-4CE5-8016-A16CF14BBE70}" destId="{15F203C4-DA6C-4E2D-9E27-4EC079F7A86C}" srcOrd="6" destOrd="0" presId="urn:microsoft.com/office/officeart/2005/8/layout/chevron1"/>
    <dgm:cxn modelId="{CDB07F7B-1B62-4AE0-B325-F8A90EBCE1C9}" type="presParOf" srcId="{D9146102-9B0B-4CE5-8016-A16CF14BBE70}" destId="{E934A819-A0DB-40E5-A9C2-A3548AC8B522}" srcOrd="7" destOrd="0" presId="urn:microsoft.com/office/officeart/2005/8/layout/chevron1"/>
    <dgm:cxn modelId="{AD43F4D9-6D19-495C-9DA9-944BD67F69CC}" type="presParOf" srcId="{D9146102-9B0B-4CE5-8016-A16CF14BBE70}" destId="{4B6A7BEE-D2E9-47AF-B344-35A79776DD32}" srcOrd="8" destOrd="0" presId="urn:microsoft.com/office/officeart/2005/8/layout/chevron1"/>
    <dgm:cxn modelId="{4EB48C64-131F-4127-B8C3-1EEA20FE8803}" type="presParOf" srcId="{D9146102-9B0B-4CE5-8016-A16CF14BBE70}" destId="{123D9A5C-6789-4B27-95B5-CE1C83F1EB28}" srcOrd="9" destOrd="0" presId="urn:microsoft.com/office/officeart/2005/8/layout/chevron1"/>
    <dgm:cxn modelId="{73A59F04-3A9A-47A2-ADDA-F5AA2BB552D2}" type="presParOf" srcId="{D9146102-9B0B-4CE5-8016-A16CF14BBE70}" destId="{093B3B5B-F093-4122-9BC1-89F6DB1C7498}" srcOrd="10" destOrd="0" presId="urn:microsoft.com/office/officeart/2005/8/layout/chevron1"/>
    <dgm:cxn modelId="{927F1F08-FD4E-40F8-9BEC-7200BD9E93DF}" type="presParOf" srcId="{D9146102-9B0B-4CE5-8016-A16CF14BBE70}" destId="{1FAED692-A089-44A4-B833-FFB59A40B02D}" srcOrd="11" destOrd="0" presId="urn:microsoft.com/office/officeart/2005/8/layout/chevron1"/>
    <dgm:cxn modelId="{78DD6CD1-77D7-4633-A72E-3AB829F4E6EB}" type="presParOf" srcId="{D9146102-9B0B-4CE5-8016-A16CF14BBE70}" destId="{977C4999-6FD1-4E19-B3E2-F4D7AC7EE112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BA639C-3942-48A9-8D37-235C01EAE3DD}">
      <dsp:nvSpPr>
        <dsp:cNvPr id="0" name=""/>
        <dsp:cNvSpPr/>
      </dsp:nvSpPr>
      <dsp:spPr>
        <a:xfrm>
          <a:off x="0" y="671975"/>
          <a:ext cx="1887488" cy="7549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Data download</a:t>
          </a:r>
        </a:p>
      </dsp:txBody>
      <dsp:txXfrm>
        <a:off x="377498" y="671975"/>
        <a:ext cx="1132493" cy="754995"/>
      </dsp:txXfrm>
    </dsp:sp>
    <dsp:sp modelId="{0E582A5F-EC50-49E0-B315-4CB550BA2BFA}">
      <dsp:nvSpPr>
        <dsp:cNvPr id="0" name=""/>
        <dsp:cNvSpPr/>
      </dsp:nvSpPr>
      <dsp:spPr>
        <a:xfrm>
          <a:off x="1698739" y="671975"/>
          <a:ext cx="1887488" cy="7549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Data cleanup*</a:t>
          </a:r>
        </a:p>
      </dsp:txBody>
      <dsp:txXfrm>
        <a:off x="2076237" y="671975"/>
        <a:ext cx="1132493" cy="754995"/>
      </dsp:txXfrm>
    </dsp:sp>
    <dsp:sp modelId="{3C545BB5-B577-41A4-98EA-D927966378DC}">
      <dsp:nvSpPr>
        <dsp:cNvPr id="0" name=""/>
        <dsp:cNvSpPr/>
      </dsp:nvSpPr>
      <dsp:spPr>
        <a:xfrm>
          <a:off x="3397478" y="671975"/>
          <a:ext cx="1887488" cy="7549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Exploratory Data Analysis</a:t>
          </a:r>
        </a:p>
      </dsp:txBody>
      <dsp:txXfrm>
        <a:off x="3774976" y="671975"/>
        <a:ext cx="1132493" cy="754995"/>
      </dsp:txXfrm>
    </dsp:sp>
    <dsp:sp modelId="{15F203C4-DA6C-4E2D-9E27-4EC079F7A86C}">
      <dsp:nvSpPr>
        <dsp:cNvPr id="0" name=""/>
        <dsp:cNvSpPr/>
      </dsp:nvSpPr>
      <dsp:spPr>
        <a:xfrm>
          <a:off x="5096218" y="671975"/>
          <a:ext cx="1887488" cy="7549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Data visualizations</a:t>
          </a:r>
        </a:p>
      </dsp:txBody>
      <dsp:txXfrm>
        <a:off x="5473716" y="671975"/>
        <a:ext cx="1132493" cy="754995"/>
      </dsp:txXfrm>
    </dsp:sp>
    <dsp:sp modelId="{4B6A7BEE-D2E9-47AF-B344-35A79776DD32}">
      <dsp:nvSpPr>
        <dsp:cNvPr id="0" name=""/>
        <dsp:cNvSpPr/>
      </dsp:nvSpPr>
      <dsp:spPr>
        <a:xfrm>
          <a:off x="6794957" y="671975"/>
          <a:ext cx="1887488" cy="7549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Report to present data findings</a:t>
          </a:r>
        </a:p>
      </dsp:txBody>
      <dsp:txXfrm>
        <a:off x="7172455" y="671975"/>
        <a:ext cx="1132493" cy="754995"/>
      </dsp:txXfrm>
    </dsp:sp>
    <dsp:sp modelId="{093B3B5B-F093-4122-9BC1-89F6DB1C7498}">
      <dsp:nvSpPr>
        <dsp:cNvPr id="0" name=""/>
        <dsp:cNvSpPr/>
      </dsp:nvSpPr>
      <dsp:spPr>
        <a:xfrm>
          <a:off x="8493697" y="671975"/>
          <a:ext cx="1887488" cy="7549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Build and test classification models</a:t>
          </a:r>
        </a:p>
      </dsp:txBody>
      <dsp:txXfrm>
        <a:off x="8871195" y="671975"/>
        <a:ext cx="1132493" cy="754995"/>
      </dsp:txXfrm>
    </dsp:sp>
    <dsp:sp modelId="{977C4999-6FD1-4E19-B3E2-F4D7AC7EE112}">
      <dsp:nvSpPr>
        <dsp:cNvPr id="0" name=""/>
        <dsp:cNvSpPr/>
      </dsp:nvSpPr>
      <dsp:spPr>
        <a:xfrm>
          <a:off x="10192436" y="671975"/>
          <a:ext cx="1887488" cy="7549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Recommendations</a:t>
          </a:r>
        </a:p>
      </dsp:txBody>
      <dsp:txXfrm>
        <a:off x="10569934" y="671975"/>
        <a:ext cx="1132493" cy="754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97672-2DE1-4DAB-BE82-C71004294794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0889-D0F8-4F47-B48D-AE314704886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293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97672-2DE1-4DAB-BE82-C71004294794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0889-D0F8-4F47-B48D-AE3147048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05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97672-2DE1-4DAB-BE82-C71004294794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0889-D0F8-4F47-B48D-AE314704886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8260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97672-2DE1-4DAB-BE82-C71004294794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0889-D0F8-4F47-B48D-AE3147048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05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97672-2DE1-4DAB-BE82-C71004294794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0889-D0F8-4F47-B48D-AE3147048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16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97672-2DE1-4DAB-BE82-C71004294794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0889-D0F8-4F47-B48D-AE3147048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63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97672-2DE1-4DAB-BE82-C71004294794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0889-D0F8-4F47-B48D-AE3147048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3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A997672-2DE1-4DAB-BE82-C71004294794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0C0889-D0F8-4F47-B48D-AE3147048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055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97672-2DE1-4DAB-BE82-C71004294794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0889-D0F8-4F47-B48D-AE3147048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815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97672-2DE1-4DAB-BE82-C71004294794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0889-D0F8-4F47-B48D-AE3147048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011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97672-2DE1-4DAB-BE82-C71004294794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0889-D0F8-4F47-B48D-AE3147048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63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A997672-2DE1-4DAB-BE82-C71004294794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20C0889-D0F8-4F47-B48D-AE314704886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09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820CB-0E86-4B8A-915C-9EC8687A6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Credit One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169246-5C74-4E00-87C5-BB1959A34B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Science Framework Report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5BBA5B-A0A1-4C35-BE0C-05E56DB34C48}"/>
              </a:ext>
            </a:extLst>
          </p:cNvPr>
          <p:cNvSpPr txBox="1"/>
          <p:nvPr/>
        </p:nvSpPr>
        <p:spPr>
          <a:xfrm>
            <a:off x="1097280" y="5598621"/>
            <a:ext cx="2582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Ilona Warych </a:t>
            </a:r>
          </a:p>
          <a:p>
            <a:r>
              <a:rPr lang="en-US" dirty="0"/>
              <a:t>September 9, 2021</a:t>
            </a:r>
          </a:p>
        </p:txBody>
      </p:sp>
    </p:spTree>
    <p:extLst>
      <p:ext uri="{BB962C8B-B14F-4D97-AF65-F5344CB8AC3E}">
        <p14:creationId xmlns:p14="http://schemas.microsoft.com/office/powerpoint/2010/main" val="2571047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3CFFF-CE4E-42F0-98A2-2DE83883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21B7C-813B-4666-A388-2F1F996E8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66196" cy="3934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 propose to use five steps process framework – BADIR, as that process focuses on understanding the business needs and project objectives, well defines scope of the analysis and what are the project milestones.</a:t>
            </a:r>
          </a:p>
          <a:p>
            <a:pPr marL="0" indent="0">
              <a:buNone/>
            </a:pPr>
            <a:r>
              <a:rPr lang="en-US" dirty="0"/>
              <a:t>Process steps will include: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Business Question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Analysis Plan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Collection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Insights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Recommendations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641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229E4-00CB-4A09-B51B-4A340C760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E717F-BBB0-43AA-AF1A-EA90120D6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9131"/>
            <a:ext cx="10515600" cy="12707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goal of the analysis is to understand: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How much credit should be allowed to customer.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If customer should be approved for credit or not.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0BE0DE3-E93E-40AB-92F4-51BCE1552A62}"/>
              </a:ext>
            </a:extLst>
          </p:cNvPr>
          <p:cNvSpPr txBox="1">
            <a:spLocks/>
          </p:cNvSpPr>
          <p:nvPr/>
        </p:nvSpPr>
        <p:spPr>
          <a:xfrm>
            <a:off x="838200" y="4211781"/>
            <a:ext cx="10689996" cy="138149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sz="1800" dirty="0"/>
              <a:t>The hypothesis is that there is correlation between customer demographic data and historical payment, and credit default loan, and that this information can be used to improve credit scoring method.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1800" dirty="0"/>
              <a:t>To validate this hypothesis it is required to collect customer demographic data and information about historical payments.</a:t>
            </a:r>
          </a:p>
        </p:txBody>
      </p:sp>
    </p:spTree>
    <p:extLst>
      <p:ext uri="{BB962C8B-B14F-4D97-AF65-F5344CB8AC3E}">
        <p14:creationId xmlns:p14="http://schemas.microsoft.com/office/powerpoint/2010/main" val="996101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3CFFF-CE4E-42F0-98A2-2DE83883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21B7C-813B-4666-A388-2F1F996E8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158" y="2055215"/>
            <a:ext cx="10766196" cy="3934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Analysis will include: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Accessing the data and saving on local computer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Data clean up 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Exploratory Data Analysis</a:t>
            </a:r>
          </a:p>
          <a:p>
            <a:pPr marL="932688" lvl="2" indent="-457200">
              <a:buFont typeface="+mj-lt"/>
              <a:buAutoNum type="arabicPeriod"/>
            </a:pPr>
            <a:r>
              <a:rPr lang="en-US" dirty="0"/>
              <a:t>Statistical analysis </a:t>
            </a:r>
          </a:p>
          <a:p>
            <a:pPr marL="932688" lvl="2" indent="-457200">
              <a:buFont typeface="+mj-lt"/>
              <a:buAutoNum type="arabicPeriod"/>
            </a:pPr>
            <a:r>
              <a:rPr lang="en-US" dirty="0"/>
              <a:t>Data manipulation and visualization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Classification models</a:t>
            </a:r>
          </a:p>
          <a:p>
            <a:pPr marL="932688" lvl="2" indent="-457200">
              <a:buFont typeface="+mj-lt"/>
              <a:buAutoNum type="arabicPeriod"/>
            </a:pPr>
            <a:endParaRPr lang="en-US" dirty="0"/>
          </a:p>
          <a:p>
            <a:pPr marL="749808" lvl="1" indent="-457200">
              <a:buFont typeface="+mj-lt"/>
              <a:buAutoNum type="arabicPeriod"/>
            </a:pPr>
            <a:endParaRPr lang="en-US" dirty="0"/>
          </a:p>
          <a:p>
            <a:pPr marL="749808" lvl="1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714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3CFFF-CE4E-42F0-98A2-2DE83883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21B7C-813B-4666-A388-2F1F996E8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80315" cy="393415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Data source: Credit One MySQL database: '</a:t>
            </a:r>
            <a:r>
              <a:rPr lang="en-US" sz="1800" dirty="0" err="1"/>
              <a:t>mysql+pymysql</a:t>
            </a:r>
            <a:r>
              <a:rPr lang="en-US" sz="1800" dirty="0"/>
              <a:t>://deepanalytics:Sqltask1234!@34.73.222.197/</a:t>
            </a:r>
            <a:r>
              <a:rPr lang="en-US" sz="1800" dirty="0" err="1"/>
              <a:t>deepanalytics</a:t>
            </a:r>
            <a:r>
              <a:rPr lang="en-US" sz="1800" dirty="0"/>
              <a:t>’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Provided data contains 25 columns and 30000 entries (after data clean up). 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To proceed with analysis I saved data on local computer as CVS file.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2D171A-41A9-4AA6-A38F-0406022DC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274" y="2012622"/>
            <a:ext cx="3679231" cy="403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99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3CFFF-CE4E-42F0-98A2-2DE83883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21B7C-813B-4666-A388-2F1F996E8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77660" cy="3934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Data will be analyzed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Python programing language,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Jupyter notebook,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Python modules and packages: Numpy, Pandas, Seaborn, Matplotlib, </a:t>
            </a:r>
            <a:r>
              <a:rPr lang="en-US" dirty="0" err="1"/>
              <a:t>SKLearn</a:t>
            </a:r>
            <a:r>
              <a:rPr lang="en-US" dirty="0"/>
              <a:t> and others, depending on initial outcomes of the analysis.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712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3CFFF-CE4E-42F0-98A2-2DE83883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known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21B7C-813B-4666-A388-2F1F996E8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77660" cy="65362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Null values; one row with null value, column '</a:t>
            </a:r>
            <a:r>
              <a:rPr lang="en-US" dirty="0" err="1"/>
              <a:t>MyUnknownColumn</a:t>
            </a:r>
            <a:r>
              <a:rPr lang="en-US" dirty="0"/>
              <a:t>'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4EB361-CDE8-4DDE-94E5-CF9397319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764" y="2152438"/>
            <a:ext cx="4155819" cy="78535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FB6FB1-E255-4544-AE62-8188F9CDBE29}"/>
              </a:ext>
            </a:extLst>
          </p:cNvPr>
          <p:cNvSpPr txBox="1">
            <a:spLocks/>
          </p:cNvSpPr>
          <p:nvPr/>
        </p:nvSpPr>
        <p:spPr>
          <a:xfrm>
            <a:off x="838200" y="3053267"/>
            <a:ext cx="10577660" cy="65362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n-US" dirty="0"/>
              <a:t>202 entries are duplicates: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0160B6-263B-4C62-959F-B8C5EA9D6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171" y="3511808"/>
            <a:ext cx="4247881" cy="249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830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3CFFF-CE4E-42F0-98A2-2DE83883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flowchart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990DEE8-3ABA-4E19-9C57-A664FB7E92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0744993"/>
              </p:ext>
            </p:extLst>
          </p:nvPr>
        </p:nvGraphicFramePr>
        <p:xfrm>
          <a:off x="112075" y="1902529"/>
          <a:ext cx="12079925" cy="2098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F91344-73F7-492C-B96C-551039268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889" y="4166646"/>
            <a:ext cx="10963373" cy="1702447"/>
          </a:xfrm>
        </p:spPr>
        <p:txBody>
          <a:bodyPr/>
          <a:lstStyle/>
          <a:p>
            <a:r>
              <a:rPr lang="en-US" dirty="0"/>
              <a:t>Comments:</a:t>
            </a:r>
          </a:p>
          <a:p>
            <a:r>
              <a:rPr lang="en-US" dirty="0"/>
              <a:t>*Data clean up: based on initial review, 203 entries will be excluded (202 duplicates and 1 entry with null value)</a:t>
            </a:r>
          </a:p>
        </p:txBody>
      </p:sp>
    </p:spTree>
    <p:extLst>
      <p:ext uri="{BB962C8B-B14F-4D97-AF65-F5344CB8AC3E}">
        <p14:creationId xmlns:p14="http://schemas.microsoft.com/office/powerpoint/2010/main" val="307494612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282</TotalTime>
  <Words>334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Retrospect</vt:lpstr>
      <vt:lpstr>Credit One</vt:lpstr>
      <vt:lpstr>Data Science Framework</vt:lpstr>
      <vt:lpstr>Business Questions</vt:lpstr>
      <vt:lpstr>Analysis Plan</vt:lpstr>
      <vt:lpstr>Data collection</vt:lpstr>
      <vt:lpstr>Data management</vt:lpstr>
      <vt:lpstr>Data known issues</vt:lpstr>
      <vt:lpstr>Process flowchart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One</dc:title>
  <dc:creator>Ilona Warych</dc:creator>
  <cp:lastModifiedBy>Ilona Warych</cp:lastModifiedBy>
  <cp:revision>55</cp:revision>
  <dcterms:created xsi:type="dcterms:W3CDTF">2021-09-06T21:57:17Z</dcterms:created>
  <dcterms:modified xsi:type="dcterms:W3CDTF">2021-09-09T03:45:39Z</dcterms:modified>
</cp:coreProperties>
</file>